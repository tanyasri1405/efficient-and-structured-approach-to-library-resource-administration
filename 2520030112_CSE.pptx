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8"/>
  </p:notesMasterIdLst>
  <p:handoutMasterIdLst>
    <p:handoutMasterId r:id="rId19"/>
  </p:handoutMasterIdLst>
  <p:sldIdLst>
    <p:sldId id="261" r:id="rId3"/>
    <p:sldId id="314" r:id="rId4"/>
    <p:sldId id="322" r:id="rId5"/>
    <p:sldId id="323" r:id="rId6"/>
    <p:sldId id="266" r:id="rId7"/>
    <p:sldId id="341" r:id="rId8"/>
    <p:sldId id="342" r:id="rId9"/>
    <p:sldId id="343" r:id="rId10"/>
    <p:sldId id="344" r:id="rId11"/>
    <p:sldId id="345" r:id="rId12"/>
    <p:sldId id="346" r:id="rId13"/>
    <p:sldId id="340" r:id="rId14"/>
    <p:sldId id="347" r:id="rId15"/>
    <p:sldId id="348" r:id="rId16"/>
    <p:sldId id="33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CDB23-F71F-45AC-95C4-53EA35851854}" v="25" dt="2026-03-04T03:42:4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82"/>
    <p:restoredTop sz="95833"/>
  </p:normalViewPr>
  <p:slideViewPr>
    <p:cSldViewPr snapToGrid="0" snapToObjects="1">
      <p:cViewPr varScale="1">
        <p:scale>
          <a:sx n="82" d="100"/>
          <a:sy n="82" d="100"/>
        </p:scale>
        <p:origin x="50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08-03-2026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08-03-2026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08-03-2026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08-03-2026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INSTRUCTIONS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Use Font size 22 to 28 and Font Style </a:t>
            </a:r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Times New Roman </a:t>
            </a:r>
            <a:r>
              <a:rPr lang="en-IN" dirty="0"/>
              <a:t>(body)</a:t>
            </a:r>
          </a:p>
          <a:p>
            <a:r>
              <a:rPr lang="en-IN" dirty="0"/>
              <a:t>Do not change the Template: Heading / Title of the slides</a:t>
            </a:r>
          </a:p>
          <a:p>
            <a:r>
              <a:rPr lang="en-IN" dirty="0"/>
              <a:t>Do not change font style or colours</a:t>
            </a:r>
          </a:p>
          <a:p>
            <a:r>
              <a:rPr lang="en-IN" dirty="0"/>
              <a:t>Do not copy paste paragraphs: use only Bullet Points</a:t>
            </a:r>
          </a:p>
          <a:p>
            <a:r>
              <a:rPr lang="en-IN" dirty="0"/>
              <a:t>Maximum slide Limit is 20 only</a:t>
            </a:r>
          </a:p>
          <a:p>
            <a:r>
              <a:rPr lang="en-IN" dirty="0"/>
              <a:t>As per the number of supervisor allotted adopt slide-2 or slide-3</a:t>
            </a:r>
          </a:p>
          <a:p>
            <a:r>
              <a:rPr lang="en-IN" dirty="0"/>
              <a:t>Please display the required meaningful Content or images or tables </a:t>
            </a:r>
          </a:p>
          <a:p>
            <a:r>
              <a:rPr lang="en-IN" dirty="0"/>
              <a:t>Change the footer accordingly using insert tab then click on header &amp; footer tab and edit it</a:t>
            </a:r>
          </a:p>
          <a:p>
            <a:r>
              <a:rPr lang="en-IN" dirty="0"/>
              <a:t>Save the PPT with Register No, Dept and Review no,  example: </a:t>
            </a:r>
            <a:r>
              <a:rPr lang="en-US" dirty="0"/>
              <a:t>23xxxxxxxxx_CSE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338F-74DD-D142-8C58-9E4C5E66F6E8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9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 err="1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Title:Efficient</a:t>
            </a: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 and Structured Approach to Library Resource Administration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</a:t>
            </a:r>
            <a:r>
              <a:rPr lang="en-US" sz="9600" dirty="0" err="1"/>
              <a:t>B.Tanya</a:t>
            </a:r>
            <a:r>
              <a:rPr lang="en-US" sz="9600" dirty="0"/>
              <a:t> Sri</a:t>
            </a:r>
          </a:p>
          <a:p>
            <a:pPr marL="0" indent="0" algn="ctr">
              <a:buNone/>
            </a:pPr>
            <a:r>
              <a:rPr lang="en-US" sz="9600" dirty="0"/>
              <a:t>Student ID: 2520030112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Cluster:2</a:t>
            </a:r>
          </a:p>
          <a:p>
            <a:pPr marL="0" indent="0" algn="ctr">
              <a:buNone/>
            </a:pPr>
            <a:r>
              <a:rPr lang="en-US" sz="11200" dirty="0"/>
              <a:t>Section: 8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08-03-2026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</a:t>
            </a:r>
            <a:r>
              <a:rPr lang="en-US" sz="8600" dirty="0" err="1">
                <a:solidFill>
                  <a:srgbClr val="00B050"/>
                </a:solidFill>
              </a:rPr>
              <a:t>Dr.Jayaram</a:t>
            </a:r>
            <a:r>
              <a:rPr lang="en-US" sz="8600" dirty="0">
                <a:solidFill>
                  <a:srgbClr val="00B050"/>
                </a:solidFill>
              </a:rPr>
              <a:t> Boga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8EEE33B4-8634-35ED-81AB-8F2987D3D5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5681" y="1032495"/>
            <a:ext cx="11460638" cy="5617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Library Resource Administration System is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web-based platform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managing library resources.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administrators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store, organize, and manage books efficiently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register, login,  borrow, and return books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through the system.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is improved using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OTP verification and CAPTCHA validation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 for frontend interface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implemented using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 programming and data structures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like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HashMap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used for efficient data management.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speed, security, and accessibility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library operations.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and interactive system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digital library management.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2337BA-3FCC-596C-13D7-F04445D8A4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18321"/>
            <a:ext cx="10252422" cy="5565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Library records are usually maintained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registers or spreadsheets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Searching for books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and inefficient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 borrowed and returned books accurately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proper system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or access control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 recommendations are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available in traditional systems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Managing large numbers of books becomes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 and error-prone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ability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organize books by category or rating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depend on librarians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checking book availability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automation leads to slow library operations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systems increase chances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loss or record mistakes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147087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42909-B1E9-A1BD-0E17-8D14433203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2845" y="1072743"/>
            <a:ext cx="9506128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Introduces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library management platform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add, update, and remove books from the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register and login securely using OTP and CAPTCHA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 recommendation using sorting algorithms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web interface using HTML, CSS, and JavaScript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and manages users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HashMap data structure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and password management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book search and resource management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efficiency and organization of library services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418" y="-198880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B15296F-156D-BE47-727B-C34C7CDD4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982" y="771266"/>
            <a:ext cx="10515600" cy="4351338"/>
          </a:xfrm>
        </p:spPr>
        <p:txBody>
          <a:bodyPr>
            <a:noAutofit/>
          </a:bodyPr>
          <a:lstStyle/>
          <a:p>
            <a:r>
              <a:rPr lang="en-US" sz="2000" dirty="0"/>
              <a:t>Library Management System is a </a:t>
            </a:r>
            <a:r>
              <a:rPr lang="en-US" sz="2000" b="1" dirty="0"/>
              <a:t>web-based application</a:t>
            </a:r>
            <a:r>
              <a:rPr lang="en-US" sz="2000" dirty="0"/>
              <a:t>.</a:t>
            </a:r>
          </a:p>
          <a:p>
            <a:r>
              <a:rPr lang="en-US" sz="2000" dirty="0"/>
              <a:t>Developed using </a:t>
            </a:r>
            <a:r>
              <a:rPr lang="en-US" sz="2000" b="1" dirty="0"/>
              <a:t>HTML, CSS, JavaScript, and Java</a:t>
            </a:r>
            <a:r>
              <a:rPr lang="en-US" sz="2000" dirty="0"/>
              <a:t>.</a:t>
            </a:r>
          </a:p>
          <a:p>
            <a:r>
              <a:rPr lang="en-US" sz="2000" dirty="0"/>
              <a:t>Users access the system through a </a:t>
            </a:r>
            <a:r>
              <a:rPr lang="en-US" sz="2000" b="1" dirty="0"/>
              <a:t>web browser</a:t>
            </a:r>
            <a:r>
              <a:rPr lang="en-US" sz="2000" dirty="0"/>
              <a:t>.</a:t>
            </a:r>
          </a:p>
          <a:p>
            <a:r>
              <a:rPr lang="en-US" sz="2000" dirty="0"/>
              <a:t>Users can </a:t>
            </a:r>
            <a:r>
              <a:rPr lang="en-US" sz="2000" b="1" dirty="0"/>
              <a:t>register, login,  borrow, and return books</a:t>
            </a:r>
            <a:r>
              <a:rPr lang="en-US" sz="2000" dirty="0"/>
              <a:t>.</a:t>
            </a:r>
          </a:p>
          <a:p>
            <a:r>
              <a:rPr lang="en-US" sz="2000" dirty="0"/>
              <a:t>Admin can </a:t>
            </a:r>
            <a:r>
              <a:rPr lang="en-US" sz="2000" b="1" dirty="0"/>
              <a:t>add and manage library books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b="1" dirty="0"/>
              <a:t>User Interface Layer</a:t>
            </a:r>
            <a:endParaRPr lang="en-US" sz="2000" dirty="0"/>
          </a:p>
          <a:p>
            <a:r>
              <a:rPr lang="en-US" sz="2000" dirty="0"/>
              <a:t>Built using </a:t>
            </a:r>
            <a:r>
              <a:rPr lang="en-US" sz="2000" b="1" dirty="0"/>
              <a:t>HTML and CSS</a:t>
            </a:r>
            <a:r>
              <a:rPr lang="en-US" sz="2000" dirty="0"/>
              <a:t>.</a:t>
            </a:r>
          </a:p>
          <a:p>
            <a:r>
              <a:rPr lang="en-US" sz="2000" dirty="0"/>
              <a:t>Provides </a:t>
            </a:r>
            <a:r>
              <a:rPr lang="en-US" sz="2000" b="1" dirty="0"/>
              <a:t>forms and dashboards</a:t>
            </a:r>
            <a:r>
              <a:rPr lang="en-US" sz="2000" dirty="0"/>
              <a:t>.</a:t>
            </a:r>
          </a:p>
          <a:p>
            <a:r>
              <a:rPr lang="en-US" sz="2000" b="1" dirty="0"/>
              <a:t>Application Logic Layer</a:t>
            </a:r>
            <a:endParaRPr lang="en-US" sz="2000" dirty="0"/>
          </a:p>
          <a:p>
            <a:r>
              <a:rPr lang="en-US" sz="2000" dirty="0"/>
              <a:t>Implemented using </a:t>
            </a:r>
            <a:r>
              <a:rPr lang="en-US" sz="2000" b="1" dirty="0"/>
              <a:t>JavaScript and Java</a:t>
            </a:r>
            <a:r>
              <a:rPr lang="en-US" sz="2000" dirty="0"/>
              <a:t>.</a:t>
            </a:r>
          </a:p>
          <a:p>
            <a:r>
              <a:rPr lang="en-US" sz="2000" dirty="0"/>
              <a:t>Handles </a:t>
            </a:r>
            <a:r>
              <a:rPr lang="en-US" sz="2000" b="1" dirty="0"/>
              <a:t>authentication, book management, and recommendations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b="1" dirty="0"/>
              <a:t>Data Layer</a:t>
            </a:r>
            <a:endParaRPr lang="en-US" sz="2000" dirty="0"/>
          </a:p>
          <a:p>
            <a:r>
              <a:rPr lang="en-US" sz="2000" dirty="0"/>
              <a:t>Stores data using </a:t>
            </a:r>
            <a:r>
              <a:rPr lang="en-US" sz="2000" b="1" dirty="0" err="1"/>
              <a:t>ArrayList</a:t>
            </a:r>
            <a:r>
              <a:rPr lang="en-US" sz="2000" b="1" dirty="0"/>
              <a:t> and HashMap</a:t>
            </a:r>
            <a:r>
              <a:rPr lang="en-US" sz="2000" dirty="0"/>
              <a:t>.</a:t>
            </a:r>
          </a:p>
          <a:p>
            <a:r>
              <a:rPr lang="en-US" sz="2000" dirty="0"/>
              <a:t>Provides </a:t>
            </a:r>
            <a:r>
              <a:rPr lang="en-US" sz="2000" b="1" dirty="0"/>
              <a:t>secure and efficient library management</a:t>
            </a:r>
            <a:r>
              <a:rPr lang="en-US" sz="2000" dirty="0"/>
              <a:t>.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409" y="-198880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0638"/>
            <a:ext cx="10515600" cy="435133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Module: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users to register, log in, and manage their accounts securely using OTP and CAPTCHA verification.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Management Module: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administrators to add, update, and delete books from the library system.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Borrow &amp; Return Module: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can borrow available books and return them after use.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Recommendation Module: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Suggests books to users based on topic, genre, and rating using sorting algorithms.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 Module: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and manages user information such as username, email, and phone number.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Reset Module: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users to reset their password securely using OTP verification.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3B21F584-F32F-4A69-3B98-6941E7A513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2050" y="1430073"/>
            <a:ext cx="11695830" cy="4821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create a system where users can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easily  access library books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platform for managing library resources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allow users to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borrow and return books through the system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enable administrators to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add, update, and manage book records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and user-friendly interface for library users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user authentication using OTP and CAPTCHA verification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apply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algorithms for efficient book search and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recommendation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490" y="0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10" y="935285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 – Apply Internet Fundamentals, HTML &amp; Introductory CSS Styling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for page structure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login forms, registration forms, and dashboards,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for styling and layout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demonstrating understanding of basic web development concepts.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CO2 – Apply HTML Forms, Semantic Tags &amp; Comprehensive CSS Layouts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includes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and registration forms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HTML elements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implements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layouts using CSS (Flexbox and modern styling)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CO3 – Apply JavaScript Programming Essentials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is used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user input, managing book data, and implementing application logic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borrow and return operations.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CO4 – Apply JavaScript Interactivity &amp; DOM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 manipulation and event handling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dynamically display books, update availability status, and manage user interactions.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CO5 – Apply Advanced Web Development &amp; Deployment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integrates features like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OTP verification, CAPTCHA validation, book search, and interactive UI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demonstrating advanced web development concepts.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34" y="1377756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Implemented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techniques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find books based on topic and genre.</a:t>
            </a:r>
          </a:p>
          <a:p>
            <a:pPr>
              <a:lnSpc>
                <a:spcPct val="10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CO2: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(List ADT)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store and manage book records.</a:t>
            </a:r>
          </a:p>
          <a:p>
            <a:pPr>
              <a:lnSpc>
                <a:spcPct val="10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CO3: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Applied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algorithm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recommend books based on rating.</a:t>
            </a:r>
          </a:p>
          <a:p>
            <a:pPr>
              <a:lnSpc>
                <a:spcPct val="10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CO4: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HashMap (hashing)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store and manage user accounts efficiently.</a:t>
            </a:r>
          </a:p>
          <a:p>
            <a:pPr>
              <a:lnSpc>
                <a:spcPct val="10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CO5: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Developed a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library management application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linear data structures.</a:t>
            </a:r>
          </a:p>
          <a:p>
            <a:pPr>
              <a:lnSpc>
                <a:spcPct val="10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CO6: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 a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menu-driven Java application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integrating authentication, book management, and recommendation features.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6774" y="-85562"/>
            <a:ext cx="10515600" cy="903838"/>
          </a:xfrm>
        </p:spPr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D1F66CE-2BFA-B56E-D6F0-9F133773AC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780833"/>
            <a:ext cx="5057843" cy="244828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F40105-49BB-ECAD-AC62-497AF7E75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29115"/>
            <a:ext cx="5049582" cy="24482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838056-A2F9-E3BF-B9F8-7D8A1BE60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9583" y="602706"/>
            <a:ext cx="3457053" cy="55755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FAA28D1-9392-7FF6-98BC-5921C52E3E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0982" y="602706"/>
            <a:ext cx="3475406" cy="557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B7428-ED68-EB31-3F60-CDDE493E15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00693"/>
            <a:ext cx="107442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Library Resource Administration System demonstrates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practical          implementation of data structures and web technologies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HashMap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manage book and user data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 such as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authentication, OTP verification, and CAPTCHA validation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improve system security.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provides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 management and recommendation features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shows how technology can be used to build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and efficient digital library management system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5" y="333375"/>
            <a:ext cx="3857625" cy="863903"/>
          </a:xfrm>
        </p:spPr>
        <p:txBody>
          <a:bodyPr/>
          <a:lstStyle/>
          <a:p>
            <a:r>
              <a:rPr lang="en-US" dirty="0"/>
              <a:t>Geo- Tag Photos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08-03-2026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F525170-FF4E-97BC-0DE0-CCDF6EEA1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016" y="1197278"/>
            <a:ext cx="7856376" cy="523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08-03-2026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3782</TotalTime>
  <Words>1216</Words>
  <Application>Microsoft Office PowerPoint</Application>
  <PresentationFormat>Widescreen</PresentationFormat>
  <Paragraphs>168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Google Sans</vt:lpstr>
      <vt:lpstr>Times New Roman</vt:lpstr>
      <vt:lpstr>Office Theme</vt:lpstr>
      <vt:lpstr>Custom Design</vt:lpstr>
      <vt:lpstr>INSTRUCTIONS</vt:lpstr>
      <vt:lpstr>Title:Efficient and Structured Approach to Library Resource Administration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FWD</vt:lpstr>
      <vt:lpstr>Co’s Attainments - DSA</vt:lpstr>
      <vt:lpstr>Screenshots for FWD &amp; DSA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Nettam Pranay Chowdary</cp:lastModifiedBy>
  <cp:revision>52</cp:revision>
  <dcterms:created xsi:type="dcterms:W3CDTF">2022-05-20T10:20:31Z</dcterms:created>
  <dcterms:modified xsi:type="dcterms:W3CDTF">2026-03-08T06:21:22Z</dcterms:modified>
</cp:coreProperties>
</file>